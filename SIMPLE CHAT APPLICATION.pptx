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7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1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08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5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5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0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7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65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0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4141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3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223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8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61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3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5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000A-976F-42DB-8CA0-760C9C106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729" y="822122"/>
            <a:ext cx="8640660" cy="2768366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Rounded MT Bold" panose="020F0704030504030204" pitchFamily="34" charset="0"/>
              </a:rPr>
              <a:t>SIMPLE CHAT APPLICATION</a:t>
            </a:r>
            <a:r>
              <a:rPr lang="en-IN" sz="1800" b="1" dirty="0">
                <a:latin typeface="Arial Rounded MT Bold" panose="020F0704030504030204" pitchFamily="34" charset="0"/>
              </a:rPr>
              <a:t> </a:t>
            </a:r>
            <a:br>
              <a:rPr lang="en-IN" sz="1800" b="1" dirty="0">
                <a:latin typeface="Arial Rounded MT Bold" panose="020F0704030504030204" pitchFamily="34" charset="0"/>
              </a:rPr>
            </a:b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 SIMPLE CHAT APPLICATION USING C SOCKET PROGRAMMING</a:t>
            </a:r>
            <a:br>
              <a:rPr lang="en-IN" sz="4800" b="1" dirty="0">
                <a:latin typeface="Arial Rounded MT Bold" panose="020F0704030504030204" pitchFamily="34" charset="0"/>
              </a:rPr>
            </a:br>
            <a:endParaRPr lang="en-IN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EBC57-AF48-4137-8D4C-B1FA73317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708" y="4198539"/>
            <a:ext cx="6596731" cy="1126283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NAME      : KURACHA KIRANMAI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ROLL NO </a:t>
            </a:r>
            <a:r>
              <a:rPr lang="en-IN">
                <a:latin typeface="Arial Rounded MT Bold" panose="020F0704030504030204" pitchFamily="34" charset="0"/>
              </a:rPr>
              <a:t>: 25A31A0117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D11E3-7B8D-4A5E-88E0-E32F88D25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667" y="0"/>
            <a:ext cx="3098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F398FE-3597-46AB-85DC-519236CFCCCD}"/>
              </a:ext>
            </a:extLst>
          </p:cNvPr>
          <p:cNvSpPr/>
          <p:nvPr/>
        </p:nvSpPr>
        <p:spPr>
          <a:xfrm>
            <a:off x="1806430" y="722603"/>
            <a:ext cx="7916410" cy="5185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REQUIREMENTS</a:t>
            </a:r>
          </a:p>
          <a:p>
            <a:br>
              <a:rPr lang="en-IN" b="1" dirty="0"/>
            </a:b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1. Hardware Requirements</a:t>
            </a:r>
          </a:p>
          <a:p>
            <a:endParaRPr lang="en-IN" sz="1600" b="1" dirty="0"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cs typeface="Calibri Light" panose="020F0302020204030204" pitchFamily="34" charset="0"/>
              </a:rPr>
              <a:t>          </a:t>
            </a:r>
            <a:r>
              <a:rPr lang="en-IN" sz="1600" dirty="0">
                <a:cs typeface="Calibri Light" panose="020F0302020204030204" pitchFamily="34" charset="0"/>
              </a:rPr>
              <a:t>Computer / Laptop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Keyboard and Mouse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Minimum 4 GB RAM</a:t>
            </a:r>
          </a:p>
          <a:p>
            <a:br>
              <a:rPr lang="en-IN" dirty="0">
                <a:cs typeface="Calibri Light" panose="020F0302020204030204" pitchFamily="34" charset="0"/>
              </a:rPr>
            </a:b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2. Software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Requiremets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br>
              <a:rPr lang="en-IN" dirty="0"/>
            </a:br>
            <a:r>
              <a:rPr lang="en-IN" dirty="0"/>
              <a:t>         </a:t>
            </a:r>
            <a:r>
              <a:rPr lang="en-IN" sz="1600" dirty="0"/>
              <a:t>Compiler : GCC / Turbo C / IDE</a:t>
            </a:r>
            <a:br>
              <a:rPr lang="en-IN" sz="1600" dirty="0"/>
            </a:br>
            <a:r>
              <a:rPr lang="en-IN" sz="1600" dirty="0"/>
              <a:t>          Operating system : Windows / Linux</a:t>
            </a:r>
            <a:br>
              <a:rPr lang="en-IN" sz="1600" dirty="0"/>
            </a:br>
            <a:r>
              <a:rPr lang="en-IN" sz="1600" dirty="0"/>
              <a:t>          Programming Language : C/C++</a:t>
            </a:r>
            <a:br>
              <a:rPr lang="en-IN" sz="1600" dirty="0"/>
            </a:br>
            <a:r>
              <a:rPr lang="en-IN" sz="1600" dirty="0"/>
              <a:t>          Database (optional) : MySQL / File System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A207549-5150-4C22-B859-872F674E9080}"/>
              </a:ext>
            </a:extLst>
          </p:cNvPr>
          <p:cNvSpPr/>
          <p:nvPr/>
        </p:nvSpPr>
        <p:spPr>
          <a:xfrm>
            <a:off x="2284602" y="2365695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D86CD3B-F56A-4FEF-8B22-81FF2FF26C6F}"/>
              </a:ext>
            </a:extLst>
          </p:cNvPr>
          <p:cNvSpPr/>
          <p:nvPr/>
        </p:nvSpPr>
        <p:spPr>
          <a:xfrm>
            <a:off x="2284602" y="275298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CBBB6C6-1E9B-41C8-9517-F8607D435840}"/>
              </a:ext>
            </a:extLst>
          </p:cNvPr>
          <p:cNvSpPr/>
          <p:nvPr/>
        </p:nvSpPr>
        <p:spPr>
          <a:xfrm>
            <a:off x="2284602" y="314027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8309C45-AE73-4CFB-A779-93B852533679}"/>
              </a:ext>
            </a:extLst>
          </p:cNvPr>
          <p:cNvSpPr/>
          <p:nvPr/>
        </p:nvSpPr>
        <p:spPr>
          <a:xfrm>
            <a:off x="2284602" y="452413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C501D9-8A20-4AC3-886C-DE259EC9C519}"/>
              </a:ext>
            </a:extLst>
          </p:cNvPr>
          <p:cNvSpPr/>
          <p:nvPr/>
        </p:nvSpPr>
        <p:spPr>
          <a:xfrm>
            <a:off x="2284602" y="4959292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D94470A-75DB-4B08-A214-7369991ABABD}"/>
              </a:ext>
            </a:extLst>
          </p:cNvPr>
          <p:cNvSpPr/>
          <p:nvPr/>
        </p:nvSpPr>
        <p:spPr>
          <a:xfrm>
            <a:off x="2295788" y="5310556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48DABAE-B32E-437D-8FE9-438E02648DB5}"/>
              </a:ext>
            </a:extLst>
          </p:cNvPr>
          <p:cNvSpPr/>
          <p:nvPr/>
        </p:nvSpPr>
        <p:spPr>
          <a:xfrm>
            <a:off x="2295788" y="569784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B46550-9A31-4A18-A415-0CADF7F13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581" y="0"/>
            <a:ext cx="5623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9B6E6D-A181-4954-B0A6-252E12D7A661}"/>
              </a:ext>
            </a:extLst>
          </p:cNvPr>
          <p:cNvSpPr/>
          <p:nvPr/>
        </p:nvSpPr>
        <p:spPr>
          <a:xfrm>
            <a:off x="1736522" y="654341"/>
            <a:ext cx="5536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Calibri Light" panose="020F0302020204030204" pitchFamily="34" charset="0"/>
              </a:rPr>
              <a:t>INTRODUCTION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2E7C1-F3C5-4206-A7C2-F1880D940AC3}"/>
              </a:ext>
            </a:extLst>
          </p:cNvPr>
          <p:cNvSpPr/>
          <p:nvPr/>
        </p:nvSpPr>
        <p:spPr>
          <a:xfrm>
            <a:off x="2114027" y="1586454"/>
            <a:ext cx="9479558" cy="373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A Simple Chat Application is a network-based communication program that allows two users to exchange messages in real time through a client-server architecture. This project is developed using the C programming language and socket programming concepts. The server waits for client connections, while the client connects to the server and sends messages through sockets.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The main purpose of this application is to understand how communication takes place between systems over a network using TCP sockets. It demonstrates important networking functions such as socket creation, binding, listening, connecting, sending, and receiving messages.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609B9F9-38F2-4F03-B323-3F10C84A78A2}"/>
              </a:ext>
            </a:extLst>
          </p:cNvPr>
          <p:cNvSpPr/>
          <p:nvPr/>
        </p:nvSpPr>
        <p:spPr>
          <a:xfrm>
            <a:off x="1979803" y="18367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5761880-5842-4AE3-A175-FF2533A49A2D}"/>
              </a:ext>
            </a:extLst>
          </p:cNvPr>
          <p:cNvSpPr/>
          <p:nvPr/>
        </p:nvSpPr>
        <p:spPr>
          <a:xfrm>
            <a:off x="1979803" y="400154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1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2834D-A814-42E2-B786-D20F791664FC}"/>
              </a:ext>
            </a:extLst>
          </p:cNvPr>
          <p:cNvSpPr/>
          <p:nvPr/>
        </p:nvSpPr>
        <p:spPr>
          <a:xfrm>
            <a:off x="1713843" y="668914"/>
            <a:ext cx="7124066" cy="66479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ALGORITHMS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server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3.Set the IP address and port number for the server.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4.Bind the socket with the server address using bind().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5.Listen for client connection requests using listen().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6.Accept the client connection using accept().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7.Display a message that the client is connected.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message from the client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9.Send a reply message to the client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r>
              <a:rPr lang="en-IN" dirty="0"/>
              <a:t> 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4886A2-43EA-4030-B7E6-3FAD56BD6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034" y="2462458"/>
            <a:ext cx="4395832" cy="33007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678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D2BB38-2665-407A-A744-56B4FECCC930}"/>
              </a:ext>
            </a:extLst>
          </p:cNvPr>
          <p:cNvSpPr/>
          <p:nvPr/>
        </p:nvSpPr>
        <p:spPr>
          <a:xfrm>
            <a:off x="1842138" y="1356811"/>
            <a:ext cx="7124066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: 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client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3.Enter the server IP address and port number.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4.Connect to the server using connect().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5.Display a successful connection message.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6.Enter the message from the keyboard.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7.Send the message to the server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reply from the server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9.Display the server reply on the screen.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61AA0-C9D7-4C67-920E-1738C7BCB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91" y="436227"/>
            <a:ext cx="5100506" cy="544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DD60CD-527F-4FD7-AFC3-33B4E7FAA11E}"/>
              </a:ext>
            </a:extLst>
          </p:cNvPr>
          <p:cNvSpPr/>
          <p:nvPr/>
        </p:nvSpPr>
        <p:spPr>
          <a:xfrm>
            <a:off x="1733507" y="643747"/>
            <a:ext cx="31450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9D3B-6ADD-42B5-8F60-A20401971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06" y="801149"/>
            <a:ext cx="4790114" cy="61155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571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CC0BB-A0C5-4150-B24C-2B330BF1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982" y="0"/>
            <a:ext cx="520956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155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61C9D-746D-4734-BEA8-016D05743B75}"/>
              </a:ext>
            </a:extLst>
          </p:cNvPr>
          <p:cNvSpPr/>
          <p:nvPr/>
        </p:nvSpPr>
        <p:spPr>
          <a:xfrm>
            <a:off x="1781003" y="719248"/>
            <a:ext cx="51101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 WISE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C65A2-6C04-43D7-B4D4-6CD120EB2144}"/>
              </a:ext>
            </a:extLst>
          </p:cNvPr>
          <p:cNvSpPr/>
          <p:nvPr/>
        </p:nvSpPr>
        <p:spPr>
          <a:xfrm>
            <a:off x="1781003" y="1365579"/>
            <a:ext cx="7894040" cy="5007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Module Logic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M1 →Create socket for server communication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M2 →Bind server with IP address and port number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M3 →Listen and accept client connection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M4 →Receive and send messages between client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Module Logic 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M1 →Create socket for client communication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M2 →Connect client to server using IP and port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M3 →Send messages from client to server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M4 →Receive and display server replies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A4D84-9493-4BB4-9AFC-0ADD759D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120" y="1042413"/>
            <a:ext cx="5015173" cy="542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7993F-6AEA-4BCE-AA89-13F93AF1D3DF}"/>
              </a:ext>
            </a:extLst>
          </p:cNvPr>
          <p:cNvSpPr/>
          <p:nvPr/>
        </p:nvSpPr>
        <p:spPr>
          <a:xfrm>
            <a:off x="1848440" y="668914"/>
            <a:ext cx="6176691" cy="592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FORMULAS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TCP Communication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Server + Client + Socket Connection = Chat Communication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Socket Creation: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socket(AF_INET, SOCK_STREAM, 0)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bind() + listen() + accept()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connect(Server IP, Port Number)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Data Transfer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r>
              <a:rPr lang="en-US" sz="1600" dirty="0"/>
              <a:t>send() ↔ read()</a:t>
            </a:r>
            <a:r>
              <a:rPr lang="en-IN" sz="1600" dirty="0"/>
              <a:t>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5EF8044-1157-4E36-B488-1A0924D3C3FF}"/>
              </a:ext>
            </a:extLst>
          </p:cNvPr>
          <p:cNvSpPr/>
          <p:nvPr/>
        </p:nvSpPr>
        <p:spPr>
          <a:xfrm>
            <a:off x="1638715" y="143221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2C0CDCE-1B1B-4C0F-AF28-3B70D52B8BF9}"/>
              </a:ext>
            </a:extLst>
          </p:cNvPr>
          <p:cNvSpPr/>
          <p:nvPr/>
        </p:nvSpPr>
        <p:spPr>
          <a:xfrm>
            <a:off x="1638715" y="2238810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56EEAC-E589-4CDE-91C4-D72E774F9C76}"/>
              </a:ext>
            </a:extLst>
          </p:cNvPr>
          <p:cNvSpPr/>
          <p:nvPr/>
        </p:nvSpPr>
        <p:spPr>
          <a:xfrm flipV="1">
            <a:off x="1638715" y="3405083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C72C01-84B7-45B0-BCDC-750962B33211}"/>
              </a:ext>
            </a:extLst>
          </p:cNvPr>
          <p:cNvSpPr/>
          <p:nvPr/>
        </p:nvSpPr>
        <p:spPr>
          <a:xfrm>
            <a:off x="1638715" y="45294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C1D9222-2C29-4861-B199-1119D9A89A0B}"/>
              </a:ext>
            </a:extLst>
          </p:cNvPr>
          <p:cNvSpPr/>
          <p:nvPr/>
        </p:nvSpPr>
        <p:spPr>
          <a:xfrm>
            <a:off x="1638715" y="565373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7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42B95D-B7E6-486F-B50F-EBD8DF977C4D}"/>
              </a:ext>
            </a:extLst>
          </p:cNvPr>
          <p:cNvSpPr/>
          <p:nvPr/>
        </p:nvSpPr>
        <p:spPr>
          <a:xfrm>
            <a:off x="1613985" y="612113"/>
            <a:ext cx="1003140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MODULES INTEGRATION (FULL PROGRAM)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CODE :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C7C2C-93E9-4D21-9D40-20817D5A14A3}"/>
              </a:ext>
            </a:extLst>
          </p:cNvPr>
          <p:cNvSpPr/>
          <p:nvPr/>
        </p:nvSpPr>
        <p:spPr>
          <a:xfrm>
            <a:off x="2562674" y="1787968"/>
            <a:ext cx="55669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server_fd</a:t>
            </a:r>
            <a:r>
              <a:rPr lang="en-IN" sz="1600" dirty="0"/>
              <a:t>, </a:t>
            </a:r>
            <a:r>
              <a:rPr lang="en-IN" sz="1600" dirty="0" err="1"/>
              <a:t>new_socket</a:t>
            </a:r>
            <a:r>
              <a:rPr lang="en-IN" sz="1600" dirty="0"/>
              <a:t>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address;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addrlen</a:t>
            </a:r>
            <a:r>
              <a:rPr lang="en-IN" sz="1600" dirty="0"/>
              <a:t> = </a:t>
            </a:r>
            <a:r>
              <a:rPr lang="en-IN" sz="1600" dirty="0" err="1"/>
              <a:t>sizeof</a:t>
            </a:r>
            <a:r>
              <a:rPr lang="en-IN" sz="1600" dirty="0"/>
              <a:t>(address);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server_fd</a:t>
            </a:r>
            <a:r>
              <a:rPr lang="en-IN" sz="1600" dirty="0"/>
              <a:t> = socket(AF_INET, SOCK_STREAM, 0);</a:t>
            </a:r>
          </a:p>
          <a:p>
            <a:r>
              <a:rPr lang="en-US" sz="1600" dirty="0"/>
              <a:t>if (</a:t>
            </a:r>
            <a:r>
              <a:rPr lang="en-US" sz="1600" dirty="0" err="1"/>
              <a:t>server_fd</a:t>
            </a:r>
            <a:r>
              <a:rPr lang="en-US" sz="1600" dirty="0"/>
              <a:t> == 0) {        </a:t>
            </a:r>
          </a:p>
          <a:p>
            <a:r>
              <a:rPr lang="en-US" sz="1600" dirty="0" err="1"/>
              <a:t>perror</a:t>
            </a:r>
            <a:r>
              <a:rPr lang="en-US" sz="1600" dirty="0"/>
              <a:t>("Socket failed");</a:t>
            </a:r>
            <a:endParaRPr lang="en-IN" sz="1600" dirty="0"/>
          </a:p>
          <a:p>
            <a:r>
              <a:rPr lang="en-IN" sz="1600" dirty="0"/>
              <a:t>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C0734-0643-4074-B6B4-8CAA1E34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0" y="1412365"/>
            <a:ext cx="4752975" cy="4486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964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26673C-A58A-4DAF-B0DE-66A1ED58E358}"/>
              </a:ext>
            </a:extLst>
          </p:cNvPr>
          <p:cNvSpPr/>
          <p:nvPr/>
        </p:nvSpPr>
        <p:spPr>
          <a:xfrm>
            <a:off x="2712441" y="702469"/>
            <a:ext cx="6096000" cy="689419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    </a:t>
            </a:r>
            <a:r>
              <a:rPr lang="en-IN" sz="1600" dirty="0"/>
              <a:t>exit(EXIT_FAILURE);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// Define server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address.sin_addr.s_addr</a:t>
            </a:r>
            <a:r>
              <a:rPr lang="en-IN" sz="1600" dirty="0"/>
              <a:t> = INADDR_ANY;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Bind socket</a:t>
            </a:r>
          </a:p>
          <a:p>
            <a:r>
              <a:rPr lang="en-IN" sz="1600" dirty="0"/>
              <a:t>    bind(</a:t>
            </a:r>
            <a:r>
              <a:rPr lang="en-IN" sz="1600" dirty="0" err="1"/>
              <a:t>server_fd</a:t>
            </a:r>
            <a:r>
              <a:rPr lang="en-IN" sz="1600" dirty="0"/>
              <a:t>, (struct </a:t>
            </a:r>
            <a:r>
              <a:rPr lang="en-IN" sz="1600" dirty="0" err="1"/>
              <a:t>sockaddr</a:t>
            </a:r>
            <a:r>
              <a:rPr lang="en-IN" sz="1600" dirty="0"/>
              <a:t> *)&amp;address, </a:t>
            </a:r>
            <a:r>
              <a:rPr lang="en-IN" sz="1600" dirty="0" err="1"/>
              <a:t>sizeof</a:t>
            </a:r>
            <a:r>
              <a:rPr lang="en-IN" sz="1600" dirty="0"/>
              <a:t>(address));</a:t>
            </a:r>
          </a:p>
          <a:p>
            <a:endParaRPr lang="en-IN" sz="1600" dirty="0"/>
          </a:p>
          <a:p>
            <a:r>
              <a:rPr lang="en-IN" sz="1600" dirty="0"/>
              <a:t>    // Listen for connections</a:t>
            </a:r>
          </a:p>
          <a:p>
            <a:r>
              <a:rPr lang="en-IN" sz="1600" dirty="0"/>
              <a:t>    listen(</a:t>
            </a:r>
            <a:r>
              <a:rPr lang="en-IN" sz="1600" dirty="0" err="1"/>
              <a:t>server_fd</a:t>
            </a:r>
            <a:r>
              <a:rPr lang="en-IN" sz="1600" dirty="0"/>
              <a:t>, 3);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("Waiting for client...\n");</a:t>
            </a:r>
          </a:p>
          <a:p>
            <a:endParaRPr lang="en-IN" sz="1600" dirty="0"/>
          </a:p>
          <a:p>
            <a:r>
              <a:rPr lang="en-IN" sz="1600" dirty="0"/>
              <a:t>    // Accept client connection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new_socket</a:t>
            </a:r>
            <a:r>
              <a:rPr lang="en-IN" sz="1600" dirty="0"/>
              <a:t> = accept(</a:t>
            </a:r>
            <a:r>
              <a:rPr lang="en-IN" sz="1600" dirty="0" err="1"/>
              <a:t>server_fd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*)&amp;address,</a:t>
            </a:r>
          </a:p>
          <a:p>
            <a:r>
              <a:rPr lang="en-IN" sz="1600" dirty="0"/>
              <a:t>(</a:t>
            </a:r>
            <a:r>
              <a:rPr lang="en-IN" sz="1600" dirty="0" err="1"/>
              <a:t>socklen_t</a:t>
            </a:r>
            <a:r>
              <a:rPr lang="en-IN" sz="1600" dirty="0"/>
              <a:t>*)&amp;</a:t>
            </a:r>
            <a:r>
              <a:rPr lang="en-IN" sz="1600" dirty="0" err="1"/>
              <a:t>addrlen</a:t>
            </a:r>
            <a:r>
              <a:rPr lang="en-IN" sz="1600" dirty="0"/>
              <a:t>);  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printf</a:t>
            </a:r>
            <a:r>
              <a:rPr lang="en-IN" sz="1600" dirty="0"/>
              <a:t>("Client connected!\n");</a:t>
            </a:r>
          </a:p>
          <a:p>
            <a:endParaRPr lang="en-IN" sz="1600" dirty="0"/>
          </a:p>
          <a:p>
            <a:r>
              <a:rPr lang="en-IN" dirty="0"/>
              <a:t>                        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4175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835E68-045C-4876-8049-A4449CE82F8C}"/>
              </a:ext>
            </a:extLst>
          </p:cNvPr>
          <p:cNvSpPr/>
          <p:nvPr/>
        </p:nvSpPr>
        <p:spPr>
          <a:xfrm>
            <a:off x="2334935" y="268447"/>
            <a:ext cx="6096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sz="1600" dirty="0"/>
              <a:t>while (1)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// Read message from client</a:t>
            </a:r>
          </a:p>
          <a:p>
            <a:r>
              <a:rPr lang="en-IN" sz="1600" dirty="0"/>
              <a:t>        read(</a:t>
            </a:r>
            <a:r>
              <a:rPr lang="en-IN" sz="1600" dirty="0" err="1"/>
              <a:t>new_socket</a:t>
            </a:r>
            <a:r>
              <a:rPr lang="en-IN" sz="1600" dirty="0"/>
              <a:t>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%s\n", buffer);</a:t>
            </a:r>
          </a:p>
          <a:p>
            <a:endParaRPr lang="en-IN" sz="1600" dirty="0"/>
          </a:p>
          <a:p>
            <a:r>
              <a:rPr lang="en-IN" sz="1600" dirty="0"/>
              <a:t>        // Send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</a:t>
            </a:r>
            <a:r>
              <a:rPr lang="en-IN" sz="1600" dirty="0" err="1"/>
              <a:t>new_socket</a:t>
            </a:r>
            <a:r>
              <a:rPr lang="en-IN" sz="1600" dirty="0"/>
              <a:t>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</a:t>
            </a:r>
            <a:r>
              <a:rPr lang="en-IN" sz="1600" dirty="0" err="1"/>
              <a:t>new_socket</a:t>
            </a:r>
            <a:r>
              <a:rPr lang="en-IN" sz="1600" dirty="0"/>
              <a:t>);</a:t>
            </a:r>
          </a:p>
          <a:p>
            <a:r>
              <a:rPr lang="en-IN" sz="1600" dirty="0"/>
              <a:t>    close(</a:t>
            </a:r>
            <a:r>
              <a:rPr lang="en-IN" sz="1600" dirty="0" err="1"/>
              <a:t>server_fd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81E7E-EA90-41A7-BACF-5374F184F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40" y="1593602"/>
            <a:ext cx="3829050" cy="3838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293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9FE9B-6322-4451-AA32-70CACC9358D1}"/>
              </a:ext>
            </a:extLst>
          </p:cNvPr>
          <p:cNvSpPr/>
          <p:nvPr/>
        </p:nvSpPr>
        <p:spPr>
          <a:xfrm>
            <a:off x="1884829" y="249465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CODE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545EA-83EC-4880-8CC0-DC222B2BBA83}"/>
              </a:ext>
            </a:extLst>
          </p:cNvPr>
          <p:cNvSpPr/>
          <p:nvPr/>
        </p:nvSpPr>
        <p:spPr>
          <a:xfrm>
            <a:off x="2662607" y="794802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sock = 0;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</a:t>
            </a:r>
            <a:r>
              <a:rPr lang="en-IN" sz="1600" dirty="0" err="1"/>
              <a:t>serv_addr</a:t>
            </a:r>
            <a:r>
              <a:rPr lang="en-IN" sz="1600" dirty="0"/>
              <a:t>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sock = socket(AF_INET, SOCK_STREAM, 0);</a:t>
            </a:r>
          </a:p>
          <a:p>
            <a:endParaRPr lang="en-IN" sz="1600" dirty="0"/>
          </a:p>
          <a:p>
            <a:r>
              <a:rPr lang="en-IN" sz="1600" dirty="0"/>
              <a:t>    if (sock &lt; 0)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("Socket creation error\n");</a:t>
            </a:r>
          </a:p>
          <a:p>
            <a:r>
              <a:rPr lang="en-IN" sz="1600" dirty="0"/>
              <a:t>        return -1;</a:t>
            </a:r>
          </a:p>
          <a:p>
            <a:r>
              <a:rPr lang="en-IN" sz="1600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97309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8C446-DA1B-48C7-A0E4-B0E4D3F183C6}"/>
              </a:ext>
            </a:extLst>
          </p:cNvPr>
          <p:cNvSpPr/>
          <p:nvPr/>
        </p:nvSpPr>
        <p:spPr>
          <a:xfrm>
            <a:off x="2209101" y="5485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FE872C-80F1-4F51-AD5F-8F0F73D2A6DE}"/>
              </a:ext>
            </a:extLst>
          </p:cNvPr>
          <p:cNvSpPr/>
          <p:nvPr/>
        </p:nvSpPr>
        <p:spPr>
          <a:xfrm>
            <a:off x="2511104" y="210026"/>
            <a:ext cx="6096000" cy="664797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sz="1600" dirty="0" err="1"/>
              <a:t>serv_addr.sin_family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serv_addr.sin_port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Convert IP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inet_pton</a:t>
            </a:r>
            <a:r>
              <a:rPr lang="en-IN" sz="1600" dirty="0"/>
              <a:t>(AF_INET, "127.0.0.1", &amp;</a:t>
            </a:r>
            <a:r>
              <a:rPr lang="en-IN" sz="1600" dirty="0" err="1"/>
              <a:t>serv_addr.sin_addr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// Connect to server</a:t>
            </a:r>
          </a:p>
          <a:p>
            <a:r>
              <a:rPr lang="en-IN" sz="1600" dirty="0"/>
              <a:t>    connect(sock,</a:t>
            </a:r>
          </a:p>
          <a:p>
            <a:r>
              <a:rPr lang="en-IN" sz="1600" dirty="0"/>
              <a:t>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</a:t>
            </a:r>
            <a:r>
              <a:rPr lang="en-IN" sz="1600" dirty="0" err="1"/>
              <a:t>serv_addr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sizeof</a:t>
            </a:r>
            <a:r>
              <a:rPr lang="en-IN" sz="1600" dirty="0"/>
              <a:t>(</a:t>
            </a:r>
            <a:r>
              <a:rPr lang="en-IN" sz="1600" dirty="0" err="1"/>
              <a:t>serv_addr</a:t>
            </a:r>
            <a:r>
              <a:rPr lang="en-IN" sz="1600" dirty="0"/>
              <a:t>));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("Connected to server!\n");</a:t>
            </a:r>
          </a:p>
          <a:p>
            <a:endParaRPr lang="en-IN" sz="1600" dirty="0"/>
          </a:p>
          <a:p>
            <a:r>
              <a:rPr lang="en-IN" sz="1600" dirty="0"/>
              <a:t>    while (1) {</a:t>
            </a:r>
          </a:p>
          <a:p>
            <a:r>
              <a:rPr lang="en-IN" sz="1600" dirty="0"/>
              <a:t>        // Send message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send(sock,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endParaRPr lang="en-IN" sz="1600" dirty="0"/>
          </a:p>
          <a:p>
            <a:r>
              <a:rPr lang="en-IN" sz="1600" dirty="0"/>
              <a:t>        // Receive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6FB5A-0705-4DA0-97D2-D5B0304B6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654" y="1"/>
            <a:ext cx="400434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754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7CD631-C3E6-4D8A-A1A7-7D5EA514AF8B}"/>
              </a:ext>
            </a:extLst>
          </p:cNvPr>
          <p:cNvSpPr/>
          <p:nvPr/>
        </p:nvSpPr>
        <p:spPr>
          <a:xfrm>
            <a:off x="1923874" y="198864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    </a:t>
            </a:r>
            <a:r>
              <a:rPr lang="en-IN" sz="1600" dirty="0"/>
              <a:t>read(sock,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%s\n", buffer);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close(sock);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EBE1B4-4077-4EDB-9381-E6770E6F536B}"/>
              </a:ext>
            </a:extLst>
          </p:cNvPr>
          <p:cNvSpPr/>
          <p:nvPr/>
        </p:nvSpPr>
        <p:spPr>
          <a:xfrm>
            <a:off x="1923874" y="3370277"/>
            <a:ext cx="6096000" cy="293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 OUTPUT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terminal 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Waiting for client...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 connected!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8416B-6939-44AE-A4F6-E10D2F71AFCD}"/>
              </a:ext>
            </a:extLst>
          </p:cNvPr>
          <p:cNvSpPr/>
          <p:nvPr/>
        </p:nvSpPr>
        <p:spPr>
          <a:xfrm>
            <a:off x="4524463" y="4545737"/>
            <a:ext cx="6096000" cy="21133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 terminal : 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Connected to server!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59BC4-315D-4796-AE88-7DCC786B8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463" y="2870093"/>
            <a:ext cx="4219575" cy="36957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14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A4279-4DE9-4CC3-8075-F110ADA9C1E7}"/>
              </a:ext>
            </a:extLst>
          </p:cNvPr>
          <p:cNvSpPr/>
          <p:nvPr/>
        </p:nvSpPr>
        <p:spPr>
          <a:xfrm>
            <a:off x="1798041" y="686114"/>
            <a:ext cx="6096000" cy="6544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 :</a:t>
            </a:r>
            <a:endParaRPr lang="en-IN" sz="3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D98B-BD14-400E-94A6-0E291680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41" y="1759890"/>
            <a:ext cx="2867425" cy="1962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93CF6-A0A0-4FB1-9442-EEFE32E41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9416"/>
            <a:ext cx="2467319" cy="19528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107223-A125-434D-BCB7-15328D8C3110}"/>
              </a:ext>
            </a:extLst>
          </p:cNvPr>
          <p:cNvSpPr/>
          <p:nvPr/>
        </p:nvSpPr>
        <p:spPr>
          <a:xfrm>
            <a:off x="1705762" y="4141680"/>
            <a:ext cx="36193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CONCLUSION :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38973-CAD9-4761-A10D-8E819B7D7153}"/>
              </a:ext>
            </a:extLst>
          </p:cNvPr>
          <p:cNvSpPr/>
          <p:nvPr/>
        </p:nvSpPr>
        <p:spPr>
          <a:xfrm>
            <a:off x="1669936" y="5046142"/>
            <a:ext cx="10393959" cy="156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The Simple Chat Application demonstrates communication between client and server using socket programming in C.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It helps in understanding important networking concepts such as socket creation, connection establishment, and message transfer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7890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244</TotalTime>
  <Words>1210</Words>
  <Application>Microsoft Office PowerPoint</Application>
  <PresentationFormat>Widescreen</PresentationFormat>
  <Paragraphs>218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Wingdings 3</vt:lpstr>
      <vt:lpstr>Wisp</vt:lpstr>
      <vt:lpstr>SIMPLE CHAT APPLICATION  A SIMPLE CHAT APPLICATION USING C SOCKET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CHAT APPLICATION  A SIMPLE CHAT APPLICATION USING C SOCKET PROGRAMMING</dc:title>
  <dc:creator>Ganilakshmi ambati</dc:creator>
  <cp:lastModifiedBy>Ganilakshmi ambati</cp:lastModifiedBy>
  <cp:revision>25</cp:revision>
  <dcterms:created xsi:type="dcterms:W3CDTF">2026-05-10T04:43:02Z</dcterms:created>
  <dcterms:modified xsi:type="dcterms:W3CDTF">2026-05-10T11:45:26Z</dcterms:modified>
</cp:coreProperties>
</file>